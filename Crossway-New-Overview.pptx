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Crossway New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Next.js 14 marketing site — deliverables &amp; request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has been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Bilingual public site (English + Arabic) with RTL for ar</a:t>
            </a:r>
          </a:p>
          <a:p>
            <a:pPr>
              <a:defRPr sz="1800"/>
            </a:pPr>
            <a:r>
              <a:t>Corporate home: hero, booking bar, discover, stay grid, features, brands</a:t>
            </a:r>
          </a:p>
          <a:p>
            <a:pPr>
              <a:defRPr sz="1800"/>
            </a:pPr>
            <a:r>
              <a:t>Full navigation: About, hotels (external property sites), brands, partner, news, contact</a:t>
            </a:r>
          </a:p>
          <a:p>
            <a:pPr>
              <a:defRPr sz="1800"/>
            </a:pPr>
            <a:r>
              <a:t>Content pages: team, careers, feedback, brochure, legal (privacy, terms), Lifotel pages</a:t>
            </a:r>
          </a:p>
          <a:p>
            <a:pPr>
              <a:defRPr sz="1800"/>
            </a:pPr>
            <a:r>
              <a:t>News hub: categories, tags, article views driven from structured post data + markdown where used</a:t>
            </a:r>
          </a:p>
          <a:p>
            <a:pPr>
              <a:defRPr sz="1800"/>
            </a:pPr>
            <a:r>
              <a:t>Booking UI: property picker, date range (react-day-picker), guests — submits to external booking URLs</a:t>
            </a:r>
          </a:p>
          <a:p>
            <a:pPr>
              <a:defRPr sz="1800"/>
            </a:pPr>
            <a:r>
              <a:t>Polished shell: header with locale switcher, footer with links &amp; contact blocks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Next.js 14 (App Router), React 18, TypeScript</a:t>
            </a:r>
          </a:p>
          <a:p>
            <a:pPr>
              <a:defRPr sz="1800"/>
            </a:pPr>
            <a:r>
              <a:t>next-intl — locale routing, messages, middleware</a:t>
            </a:r>
          </a:p>
          <a:p>
            <a:pPr>
              <a:defRPr sz="1800"/>
            </a:pPr>
            <a:r>
              <a:t>Sass modules + global tokens; Framer Motion for motion; react-markdown for docs</a:t>
            </a:r>
          </a:p>
          <a:p>
            <a:pPr>
              <a:defRPr sz="1800"/>
            </a:pPr>
            <a:r>
              <a:t>date-fns + react-day-picker for booking dates</a:t>
            </a:r>
          </a:p>
          <a:p>
            <a:pPr>
              <a:defRPr sz="1800"/>
            </a:pPr>
            <a:r>
              <a:t>Images: Next/Image with unoptimized flag in config (static-friendly deploy)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Request &amp; render flow (high level)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Edge / routing</a:t>
            </a:r>
          </a:p>
          <a:p>
            <a:pPr>
              <a:defRPr sz="1400"/>
            </a:pPr>
            <a:r>
              <a:t>Browser requests a path</a:t>
            </a:r>
          </a:p>
          <a:p>
            <a:pPr>
              <a:defRPr sz="1400"/>
            </a:pPr>
            <a:r>
              <a:t>next-intl middleware matches routes</a:t>
            </a:r>
          </a:p>
          <a:p>
            <a:pPr>
              <a:defRPr sz="1400"/>
            </a:pPr>
            <a:r>
              <a:t>Locale prefix always: /en/... and /ar/...</a:t>
            </a:r>
          </a:p>
          <a:p>
            <a:pPr>
              <a:defRPr sz="1400"/>
            </a:pPr>
            <a:r>
              <a:t>Invalid locale → not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9728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App tree</a:t>
            </a:r>
          </a:p>
          <a:p>
            <a:pPr>
              <a:defRPr sz="1400"/>
            </a:pPr>
            <a:r>
              <a:t>app/[locale]/layout.tsx loads messages, sets dir (ltr/rtl), fonts</a:t>
            </a:r>
          </a:p>
          <a:p>
            <a:pPr>
              <a:defRPr sz="1400"/>
            </a:pPr>
            <a:r>
              <a:t>NextIntlClientProvider wraps the tree</a:t>
            </a:r>
          </a:p>
          <a:p>
            <a:pPr>
              <a:defRPr sz="1400"/>
            </a:pPr>
            <a:r>
              <a:t>SiteShell: SiteHeader → main → SiteFooter</a:t>
            </a:r>
          </a:p>
          <a:p>
            <a:pPr>
              <a:defRPr sz="1400"/>
            </a:pPr>
            <a:r>
              <a:t>Page segment renders route-specific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page composition (order)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HomeHero — primary message &amp; imagery</a:t>
            </a:r>
          </a:p>
          <a:p>
            <a:pPr>
              <a:defRPr sz="1800"/>
            </a:pPr>
            <a:r>
              <a:t>BookingBar — sticky booking entry → BookingPanel</a:t>
            </a:r>
          </a:p>
          <a:p>
            <a:pPr>
              <a:defRPr sz="1800"/>
            </a:pPr>
            <a:r>
              <a:t>DiscoverSection — brand story copy</a:t>
            </a:r>
          </a:p>
          <a:p>
            <a:pPr>
              <a:defRPr sz="1800"/>
            </a:pPr>
            <a:r>
              <a:t>PerfectStayGrid — audience pillars (family, business, dining, wellness)</a:t>
            </a:r>
          </a:p>
          <a:p>
            <a:pPr>
              <a:defRPr sz="1800"/>
            </a:pPr>
            <a:r>
              <a:t>HomeFeatureRows — rooms, dining, banquet, spa</a:t>
            </a:r>
          </a:p>
          <a:p>
            <a:pPr>
              <a:defRPr sz="1800"/>
            </a:pPr>
            <a:r>
              <a:t>BrandsSection — Crossway / Lifotel / Revostay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architecture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Static/marketing: /about-us, /team, /careers, /contact-us, /partner-with-us, /brochure, /feedback</a:t>
            </a:r>
          </a:p>
          <a:p>
            <a:pPr>
              <a:defRPr sz="1800"/>
            </a:pPr>
            <a:r>
              <a:t>Brands: /crossway, /lifotel, /lifotel-suites, /excellent-hospitality-services</a:t>
            </a:r>
          </a:p>
          <a:p>
            <a:pPr>
              <a:defRPr sz="1800"/>
            </a:pPr>
            <a:r>
              <a:t>News: /news-and-updates, /category/{events|press-releases|food-for-thought}</a:t>
            </a:r>
          </a:p>
          <a:p>
            <a:pPr>
              <a:defRPr sz="1800"/>
            </a:pPr>
            <a:r>
              <a:t>Tags: /tag/{event|awards|updates}</a:t>
            </a:r>
          </a:p>
          <a:p>
            <a:pPr>
              <a:defRPr sz="1800"/>
            </a:pPr>
            <a:r>
              <a:t>Articles: slug routes under [locale] (e.g. press posts)</a:t>
            </a:r>
          </a:p>
          <a:p>
            <a:pPr>
              <a:defRPr sz="1800"/>
            </a:pPr>
            <a:r>
              <a:t>Legal: /privacy-policy, /terms-of-use</a:t>
            </a:r>
          </a:p>
          <a:p>
            <a:pPr>
              <a:defRPr sz="1800"/>
            </a:pPr>
            <a:r>
              <a:t>Redirect: /author/crossway → / (next.config)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&amp; news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lib/posts.ts — curated BlogPost list (slug, title, excerpt, image ref, categories, tags)</a:t>
            </a:r>
          </a:p>
          <a:p>
            <a:pPr>
              <a:defRPr sz="1800"/>
            </a:pPr>
            <a:r>
              <a:t>postsByCategory / postsByTag filter grids and archive pages</a:t>
            </a:r>
          </a:p>
          <a:p>
            <a:pPr>
              <a:defRPr sz="1800"/>
            </a:pPr>
            <a:r>
              <a:t>ArticleView + MarkdownDoc for long-form where markdown is loaded</a:t>
            </a:r>
          </a:p>
          <a:p>
            <a:pPr>
              <a:defRPr sz="1800"/>
            </a:pPr>
            <a:r>
              <a:t>lib/media.ts — central image paths for news cards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 opens BookingBar (home) or equivalent entry</a:t>
            </a:r>
          </a:p>
          <a:p>
            <a:pPr>
              <a:defRPr sz="1800"/>
            </a:pPr>
            <a:r>
              <a:t>Selects property (hotel channel IDs mapped to labels)</a:t>
            </a:r>
          </a:p>
          <a:p>
            <a:pPr>
              <a:defRPr sz="1800"/>
            </a:pPr>
            <a:r>
              <a:t>Picks check-in / check-out with locale-aware date-fns formatting</a:t>
            </a:r>
          </a:p>
          <a:p>
            <a:pPr>
              <a:defRPr sz="1800"/>
            </a:pPr>
            <a:r>
              <a:t>Sets rooms, adults, children</a:t>
            </a:r>
          </a:p>
          <a:p>
            <a:pPr>
              <a:defRPr sz="1800"/>
            </a:pPr>
            <a:r>
              <a:t>Submit builds external reservation URL and opens in new tab (no server booking API in-repo)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Internationalization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Locales: en (default), ar — localePrefix: always</a:t>
            </a:r>
          </a:p>
          <a:p>
            <a:pPr>
              <a:defRPr sz="1800"/>
            </a:pPr>
            <a:r>
              <a:t>Copy in src/messages/en.json and ar.json (Nav, Footer, Home, Booking, Features, LocaleSwitcher)</a:t>
            </a:r>
          </a:p>
          <a:p>
            <a:pPr>
              <a:defRPr sz="1800"/>
            </a:pPr>
            <a:r>
              <a:t>Navigation uses i18n-aware Link helpers from i18n/navigation.ts</a:t>
            </a:r>
          </a:p>
          <a:p>
            <a:pPr>
              <a:defRPr sz="1800"/>
            </a:pPr>
            <a:r>
              <a:t>Arabic: Noto Sans Arabic + dir="rtl" on &lt;html&gt;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Bilingual Next.js site • clear IA • booking hand-off to external engines • content-driven news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